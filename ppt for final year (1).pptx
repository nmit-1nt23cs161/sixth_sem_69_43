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7" r:id="rId1"/>
  </p:sldMasterIdLst>
  <p:sldIdLst>
    <p:sldId id="343" r:id="rId2"/>
    <p:sldId id="344" r:id="rId3"/>
    <p:sldId id="345" r:id="rId4"/>
    <p:sldId id="346" r:id="rId5"/>
    <p:sldId id="347" r:id="rId6"/>
    <p:sldId id="348" r:id="rId7"/>
    <p:sldId id="353" r:id="rId8"/>
    <p:sldId id="349" r:id="rId9"/>
    <p:sldId id="350" r:id="rId10"/>
    <p:sldId id="351" r:id="rId11"/>
    <p:sldId id="354" r:id="rId12"/>
    <p:sldId id="35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35" autoAdjust="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68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105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27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05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36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5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42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93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77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74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12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0B744EF-F98D-4D5A-A8E4-4EAFD7B30566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63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/>
          <p:cNvSpPr txBox="1">
            <a:spLocks noChangeArrowheads="1"/>
          </p:cNvSpPr>
          <p:nvPr/>
        </p:nvSpPr>
        <p:spPr bwMode="auto">
          <a:xfrm>
            <a:off x="1371600" y="1219200"/>
            <a:ext cx="876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>
                <a:latin typeface="Aptos Black" panose="020B0004020202020204" pitchFamily="34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pic>
        <p:nvPicPr>
          <p:cNvPr id="40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0"/>
            <a:ext cx="1208563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/>
          <p:nvPr/>
        </p:nvSpPr>
        <p:spPr>
          <a:xfrm>
            <a:off x="720725" y="2029660"/>
            <a:ext cx="11471275" cy="17399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 panose="020F0502020204030204"/>
              <a:buNone/>
              <a:defRPr sz="4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>
              <a:defRPr/>
            </a:pPr>
            <a:r>
              <a:rPr lang="en-IN" sz="2800" dirty="0">
                <a:solidFill>
                  <a:schemeClr val="tx1"/>
                </a:solidFill>
              </a:rPr>
              <a:t>MAJOR PROJECT PHASE-I - 22CSP</a:t>
            </a:r>
            <a:r>
              <a:rPr lang="en-US" altLang="en-IN" sz="2800" dirty="0">
                <a:solidFill>
                  <a:schemeClr val="tx1"/>
                </a:solidFill>
              </a:rPr>
              <a:t>69</a:t>
            </a:r>
            <a:endParaRPr lang="en-IN" sz="2800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sz="4000" dirty="0">
                <a:solidFill>
                  <a:schemeClr val="tx1"/>
                </a:solidFill>
              </a:rPr>
              <a:t>“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Agent for Tourist Safety Monitoring &amp; Incident Response</a:t>
            </a:r>
            <a:r>
              <a:rPr lang="en-US" sz="4000" dirty="0">
                <a:solidFill>
                  <a:schemeClr val="tx1"/>
                </a:solidFill>
              </a:rPr>
              <a:t>”</a:t>
            </a:r>
            <a:br>
              <a:rPr lang="en-GB" sz="4000" kern="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GB" sz="4000" kern="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01" name="TextBox 6"/>
          <p:cNvSpPr txBox="1">
            <a:spLocks noChangeArrowheads="1"/>
          </p:cNvSpPr>
          <p:nvPr/>
        </p:nvSpPr>
        <p:spPr bwMode="auto">
          <a:xfrm>
            <a:off x="1002058" y="3344325"/>
            <a:ext cx="3294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600"/>
              </a:spcBef>
              <a:buClr>
                <a:srgbClr val="4472C4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2400" b="1" u="sng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Presentation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9343" y="4744258"/>
            <a:ext cx="4028501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 panose="05000000000000000000"/>
              <a:buNone/>
              <a:defRPr/>
            </a:pPr>
            <a:r>
              <a:rPr lang="en-GB" sz="2400" b="1" u="sng" dirty="0">
                <a:solidFill>
                  <a:srgbClr val="0000CC"/>
                </a:solidFill>
              </a:rPr>
              <a:t>Guided By:</a:t>
            </a: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 KRISHNARAO VENKATESH</a:t>
            </a: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0000"/>
              <a:defRPr/>
            </a:pP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 &amp; PG Coordinator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956292"/>
              </p:ext>
            </p:extLst>
          </p:nvPr>
        </p:nvGraphicFramePr>
        <p:xfrm>
          <a:off x="237332" y="3805990"/>
          <a:ext cx="6172200" cy="278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79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</a:rPr>
                        <a:t>USN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792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Patil Aryan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1NT23CS161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792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Nikhil Mirji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1NT23CS147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792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Gurucharan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1NT23CS121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792">
                <a:tc>
                  <a:txBody>
                    <a:bodyPr/>
                    <a:lstStyle/>
                    <a:p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Prakhyath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Praveen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Kudva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1NT23CS170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2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9627" y="1840946"/>
            <a:ext cx="11570459" cy="454908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                                                         ---------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 and Problem Statement      ---------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and Gap Analysis                    ---------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                                             ---------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IN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                                                            </a:t>
            </a:r>
            <a:r>
              <a:rPr lang="en-US" alt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---------</a:t>
            </a:r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771938" y="833589"/>
            <a:ext cx="6556513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244" y="1368787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</a:t>
            </a:r>
            <a:br>
              <a:rPr lang="en-IN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CCECAE-F320-F4A1-A3CB-6BFDAA7C1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Tourism is a major contributor to regional economic development.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tourist destinations are located in remote, forest, and high-risk areas.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tourist monitoring relies on manual records and traditional policing.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systems for tourist safety.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need for technology-driven solutions for safety management.</a:t>
            </a: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technologies such as AI, Blockchain, Geo-fencing, and IoT can enhance tourist safety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679" y="1860096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these issues, we need a system that is:-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Tamper-proof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ensuring that all tourist data, incident records, and identity information cannot be altered, manipulated, or falsified by any unauthorized party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eliminating single points of failure by distributing data and control across a network, reducing vulnerability to system breaches or data loss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capable of handling growing volumes of tourist data, users, and geographic coverage without compromising performance or reliability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protecting sensitive tourist information and real-time location data through robust encryption, access control, and authentication mechanisms </a:t>
            </a:r>
          </a:p>
          <a:p>
            <a:endParaRPr lang="en-US" alt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305127" y="1578655"/>
            <a:ext cx="10515600" cy="4914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current tourist safety monitoring systems are centralized, reactive, and vulnerable to failure.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scalable decentralized framework that ensures: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incident response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digital identity verification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Geo-fencing and boundary enforcement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 data privacy and ownership </a:t>
            </a:r>
          </a:p>
          <a:p>
            <a:pPr marL="514350" indent="-514350">
              <a:buFont typeface="+mj-lt"/>
              <a:buAutoNum type="arabicPeriod"/>
            </a:pPr>
            <a:endParaRPr lang="en-US" alt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 and Problem Statement</a:t>
            </a:r>
            <a:br>
              <a:rPr lang="en-IN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745" y="1855304"/>
            <a:ext cx="9720073" cy="4023360"/>
          </a:xfrm>
        </p:spPr>
        <p:txBody>
          <a:bodyPr>
            <a:normAutofit fontScale="25000" lnSpcReduction="20000"/>
          </a:bodyPr>
          <a:lstStyle/>
          <a:p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motivation is to build a </a:t>
            </a: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tourist-centric, secure, and scalable system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eliminates manual monitoring and third-party dependency. </a:t>
            </a:r>
          </a:p>
          <a:p>
            <a:pPr marL="0" indent="0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We aim to integrate:</a:t>
            </a:r>
          </a:p>
          <a:p>
            <a:pPr marL="0" indent="0">
              <a:buNone/>
            </a:pPr>
            <a:endParaRPr lang="en-US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intelligence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real-time anomaly detection, risk prediction, and automated incident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immutability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tamper-proof tourist digital identity and transparent incident record keeping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Geo-fencing enforcement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dynamic virtual boundary management and automated safety alerts across high-risk zones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scalability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seamless, high-availability deployment across diverse and remote tourism regions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secure authentication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for controlled access management among tourists, local authorities, and emergency responders</a:t>
            </a:r>
          </a:p>
          <a:p>
            <a:endParaRPr lang="en-US" alt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754" y="359929"/>
            <a:ext cx="9720072" cy="1499616"/>
          </a:xfrm>
        </p:spPr>
        <p:txBody>
          <a:bodyPr>
            <a:normAutofit/>
          </a:bodyPr>
          <a:lstStyle/>
          <a:p>
            <a:r>
              <a:rPr lang="en-IN" sz="45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motivation and Problem Statement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5858"/>
            <a:ext cx="10515600" cy="503237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tourist safety monitoring systems are centralized and prone to failure, data manipulation, and identity fraud.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safety and incident response processes are slow, costly, and heavily dependent on manual tracking or third-party coordination.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secure and scalable decentralized framework for tamper-proof tourist digital identity issuance and verification.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Cross-jurisdictional interoperability and real-time geo-fencing enforcement mechanisms across tourism regions are critically lacking.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Tourists do not have direct ownership or control over their personal data, location records, and digital travel credentials.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Literature Survey and Gap Analysis</a:t>
            </a:r>
            <a:br>
              <a:rPr lang="en-IN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276" y="2084832"/>
            <a:ext cx="9720073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IoT-based smart tourism monitoring systems for real-time environmental and tourist movement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AI-based anomaly detection systems used in smart cities to identify abnormal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safety incidents.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Geo-fencing based location monitoring solutions for tracking user movement and generating boundary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Blockchain-based digital identity frameworks for secure authentication and decentralized identity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Mobile tourist assistance and navigation applications that provide travel guidance and location-based services.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4389" y="609803"/>
            <a:ext cx="5478952" cy="1325563"/>
          </a:xfrm>
        </p:spPr>
        <p:txBody>
          <a:bodyPr>
            <a:normAutofit/>
          </a:bodyPr>
          <a:lstStyle/>
          <a:p>
            <a:r>
              <a:rPr lang="en-US" sz="4500" b="1" dirty="0">
                <a:latin typeface="Lucida Bright" panose="02040602050505020304" pitchFamily="18" charset="0"/>
              </a:rPr>
              <a:t>Gap Analysis</a:t>
            </a:r>
            <a:endParaRPr lang="en-IN" sz="4500" b="1" dirty="0">
              <a:latin typeface="Lucida Bright" panose="02040602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010" y="2141621"/>
            <a:ext cx="9720073" cy="402336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an integrated safety monitoring framework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AI, geo-fencing, and blockchain technologies.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incident detection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for identifying abnormal tourist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safety threats.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geo-fencing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rely only on rule-based alerts and lack intelligent predictive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secure decentralized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tourist identity management in most tourism safety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Insufficient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tourism-specific 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tourist mobility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risk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coordination platforms for authorities, lacking centralized monitoring dashboards for emergency response.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145" y="1153217"/>
            <a:ext cx="8034650" cy="93189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Research objectives</a:t>
            </a:r>
            <a:br>
              <a:rPr lang="en-IN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7889" y="2085112"/>
            <a:ext cx="10515600" cy="417778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Blockchain-based Digital Tourist ID system.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mobile safety application for tourists.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anomaly detection models.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Geo-fencing for restricted zone alerts.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monitoring dashboard for authorities.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secure, privacy-preserving tourist data management</a:t>
            </a:r>
          </a:p>
          <a:p>
            <a:pPr>
              <a:lnSpc>
                <a:spcPct val="150000"/>
              </a:lnSpc>
            </a:pPr>
            <a:endParaRPr lang="en-IN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A88D-424B-158B-B305-974094EF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EAE3C-AA5C-5DA1-DE5B-FF035E756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Noor T.H., Human Action Recognition-Based IoT Services for Emergency Response Management, Machine Learning and Knowledge Extraction, 2023.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DeMedeiros K., Hendawi A., Alvarez M., A Survey of AI-Based Anomaly Detection in IoT and Sensor Networks, Sensors, 2023.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Damaševičius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Bacanin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N., Misra S., Internet of Emergency Services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Emergency Response and Disaster Management, Journal of Sensor and Actuator Networks, 2023.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Bhawana et al., Blockchain-Enabled Secure and Trusted Public Emergency Services for Smart Cities, Sensors, 2022.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Papatheodorou N.,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Hatzivasilis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G., Papadakis N., Secure Blockchain-Based Self-Sovereign Identity Management, Applied Sciences, 2025.</a:t>
            </a:r>
          </a:p>
        </p:txBody>
      </p:sp>
    </p:spTree>
    <p:extLst>
      <p:ext uri="{BB962C8B-B14F-4D97-AF65-F5344CB8AC3E}">
        <p14:creationId xmlns:p14="http://schemas.microsoft.com/office/powerpoint/2010/main" val="493176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Conculsion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our project contributes toward building a secure, scalable, and intelligent tourist safety ecosystem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Intelligence, Geo-Fencing, and Blockchain-based Digital 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aim to eliminate the limitations of traditional monitoring systems and enable real-time protection, rapid incident response, and tamper-proof identity verification for tourists.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>
              <a:buNone/>
            </a:pPr>
            <a:r>
              <a:rPr lang="en-IN" sz="4400" b="1" dirty="0">
                <a:latin typeface="Lucida Bright" panose="02040602050505020304" pitchFamily="18" charset="0"/>
              </a:rPr>
              <a:t>                      </a:t>
            </a:r>
            <a:r>
              <a:rPr lang="en-US" sz="4400" b="1" dirty="0">
                <a:latin typeface="Lucida Bright" panose="02040602050505020304" pitchFamily="18" charset="0"/>
              </a:rPr>
              <a:t>Thank you.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163</TotalTime>
  <Words>907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ADLaM Display</vt:lpstr>
      <vt:lpstr>Aptos Black</vt:lpstr>
      <vt:lpstr>Arial</vt:lpstr>
      <vt:lpstr>Cambria</vt:lpstr>
      <vt:lpstr>Lucida Bright</vt:lpstr>
      <vt:lpstr>Times New Roman</vt:lpstr>
      <vt:lpstr>Tw Cen MT</vt:lpstr>
      <vt:lpstr>Tw Cen MT Condensed</vt:lpstr>
      <vt:lpstr>Wingdings</vt:lpstr>
      <vt:lpstr>Wingdings 3</vt:lpstr>
      <vt:lpstr>Integral</vt:lpstr>
      <vt:lpstr>PowerPoint Presentation</vt:lpstr>
      <vt:lpstr>PowerPoint Presentation</vt:lpstr>
      <vt:lpstr>Background  </vt:lpstr>
      <vt:lpstr>Background</vt:lpstr>
      <vt:lpstr>Background</vt:lpstr>
      <vt:lpstr>Research motivation and Problem Statement </vt:lpstr>
      <vt:lpstr>Research motivation and Problem Statement</vt:lpstr>
      <vt:lpstr>Literature Survey and Gap Analysis </vt:lpstr>
      <vt:lpstr>Gap Analysis</vt:lpstr>
      <vt:lpstr>Research objectives </vt:lpstr>
      <vt:lpstr>REFERENCES</vt:lpstr>
      <vt:lpstr>Conculsion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SHOBHA P</dc:creator>
  <cp:lastModifiedBy>MARIPALA GURUCHARAN</cp:lastModifiedBy>
  <cp:revision>17</cp:revision>
  <dcterms:created xsi:type="dcterms:W3CDTF">2025-05-10T10:17:00Z</dcterms:created>
  <dcterms:modified xsi:type="dcterms:W3CDTF">2026-03-07T03:30:42Z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6DE3AD66D52744E9B41CB8E9F2057761_12</vt:lpwstr>
  </property>
  <property fmtid="{D5CDD505-2E9C-101B-9397-08002B2CF9AE}" pid="3" name="KSOProductBuildVer">
    <vt:lpwstr>1033-12.2.0.23196</vt:lpwstr>
  </property>
</Properties>
</file>